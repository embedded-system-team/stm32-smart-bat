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開場一句:我們做了一支能偵測揮棒、無線連到電腦做 3D 打擊、而且打到球時球棒會震動的智慧球棒。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快速帶過六個段落,讓聽眾知道整體節奏:先看成果(Demo),再講背後的技術與遇到的困難。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用一句話講清楚價值,再帶生活情境。重點是「即時」與「軟硬整合」這兩個賣點。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順著箭頭講一次資料流。被問到設計決策時,指底下那條藍底註解回答三個為什麼。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影片前先說「接下來是 WiFi 無線版」。播完用一句話銜接到後面的技術細節,不要播完直接跳。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重點在「非阻塞」跟「脈衝太短轉不起來」這個踩雷,是很具體的工程經驗,評審會喜歡。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講動機:為什麼要改成 DMA。重點是降低掉封包、釋放 CPU,讓高速取樣下傳輸更穩。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誠實講還沒解。用現象→已確認→假設→下一步四段,展示除錯思路,比單純說壞掉專業很多。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把沒做完的收在這:WiFi 修復是首要,其餘是加分項。語氣是「我們知道下一步要做什麼」。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快速帶過即可。重點是讓人知道你們站在哪些工具的肩膀上。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收尾。可以預告 Q&amp;A 可能被問的:為什麼選 Godot、WiFi 問題打算怎麼解、震動怎麼做更強。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377440" cy="2377440"/>
          </a:xfrm>
          <a:prstGeom prst="ellipse">
            <a:avLst/>
          </a:prstGeom>
          <a:solidFill>
            <a:srgbClr val="1E345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840480"/>
            <a:ext cx="2011680" cy="2011680"/>
          </a:xfrm>
          <a:prstGeom prst="ellipse">
            <a:avLst/>
          </a:prstGeom>
          <a:solidFill>
            <a:srgbClr val="0D9488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48640" y="4023360"/>
            <a:ext cx="1645920" cy="1645920"/>
          </a:xfrm>
          <a:prstGeom prst="ellipse">
            <a:avLst/>
          </a:prstGeom>
          <a:solidFill>
            <a:srgbClr val="1E345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Smart Bat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49808" y="2514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智慧球棒體感打擊系統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9808" y="3063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STM32 · WiFi · Godot 3D · 震動回饋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4069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embedded-system-team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0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期末專題報告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840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512064"/>
          </a:xfrm>
          <a:prstGeom prst="roundRect">
            <a:avLst>
              <a:gd name="adj" fmla="val 14286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23444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23444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專案動機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0" y="1234440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為什麼要做這個系統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37944"/>
            <a:ext cx="8046720" cy="512064"/>
          </a:xfrm>
          <a:prstGeom prst="roundRect">
            <a:avLst>
              <a:gd name="adj" fmla="val 14286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1837944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183794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0" y="1837944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從球棒到畫面的資料流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441448"/>
            <a:ext cx="8046720" cy="512064"/>
          </a:xfrm>
          <a:prstGeom prst="roundRect">
            <a:avLst>
              <a:gd name="adj" fmla="val 14286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244144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44144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97680" y="244144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WiFi 無線操作實機展示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044952"/>
            <a:ext cx="8046720" cy="512064"/>
          </a:xfrm>
          <a:prstGeom prst="roundRect">
            <a:avLst>
              <a:gd name="adj" fmla="val 14286"/>
            </a:avLst>
          </a:prstGeom>
          <a:solidFill>
            <a:srgbClr val="E6F5F2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" y="304495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04495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技術細節與挑戰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97680" y="304495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震動馬達 · DMA 改良 · WiFi 偵測問題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648456"/>
            <a:ext cx="8046720" cy="512064"/>
          </a:xfrm>
          <a:prstGeom prst="roundRect">
            <a:avLst>
              <a:gd name="adj" fmla="val 14286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" y="364845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364845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未來方向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97680" y="3648456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還想做與可以改進的部分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8046720" cy="512064"/>
          </a:xfrm>
          <a:prstGeom prst="roundRect">
            <a:avLst>
              <a:gd name="adj" fmla="val 14286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" y="425196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17320" y="425196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參考資料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97680" y="4251960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工具鏈與函式庫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840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專案動機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13223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把真實揮棒的「力道」與「時機」即時反映到電腦的 3D 打擊畫面,並在打到球的瞬間讓球棒震動回饋。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6928" y="2926080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288036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體感娛樂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4128" y="32095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把實體動作變成遊戲互動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602736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355701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在家練打擊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24128" y="3886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不用球場也能練揮棒時機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279392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423367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軟硬整合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24128" y="45628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嵌入式即時感測 × 遊戲引擎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77840" y="1234440"/>
            <a:ext cx="3017520" cy="3429000"/>
          </a:xfrm>
          <a:prstGeom prst="roundRect">
            <a:avLst>
              <a:gd name="adj" fmla="val 3030"/>
            </a:avLst>
          </a:prstGeom>
          <a:solidFill>
            <a:srgbClr val="E6F5F2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7784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揮棒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77840" y="2286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92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577840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3D 打擊畫面</a:t>
            </a:r>
            <a:endParaRPr lang="en-US" sz="1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球棒震動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840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E6F5F2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27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STM32 球棒端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揮棒偵測 + IMU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06040" y="14173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527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WiFi 模組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06040" y="1874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無線傳輸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BEED2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527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5A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PC bridge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1874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5A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解析 → UDP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20840" y="14173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BEED2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527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5A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Godot 3D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20840" y="1874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5A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 + 畫面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331720" y="1851660"/>
            <a:ext cx="27432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89120" y="1851660"/>
            <a:ext cx="27432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46520" y="1851660"/>
            <a:ext cx="27432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27889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E6F5F2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8986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震動馬達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2461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打擊回饋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440180" y="2286000"/>
            <a:ext cx="0" cy="50292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球棒端只做即時感測,判定與畫面交給電腦;震動為本機低延遲回饋,不經過網路。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132235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297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設計決策  </a:t>
            </a:r>
            <a:pPr indent="0" marL="0">
              <a:buNone/>
            </a:pPr>
            <a:r>
              <a:rPr lang="en-US" sz="1200" dirty="0">
                <a:solidFill>
                  <a:srgbClr val="DCE3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判定放 PC(好調整) · 選 Godot(Python 友善、3D 夠用) · 改 WiFi(無線、不被線綁住)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WiFi 無線操作實機展示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120640" cy="2880360"/>
          </a:xfrm>
          <a:prstGeom prst="roundRect">
            <a:avLst>
              <a:gd name="adj" fmla="val 3175"/>
            </a:avLst>
          </a:prstGeom>
          <a:solidFill>
            <a:srgbClr val="1E3450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71800" y="2743200"/>
            <a:ext cx="868680" cy="8686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3054096" y="2743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 在此插入 WiFi 操作影片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觀看重點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5080" y="228600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50" dirty="0">
                <a:solidFill>
                  <a:srgbClr val="DCE3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無線揮棒,不接線</a:t>
            </a:r>
            <a:endParaRPr lang="en-US" sz="13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50" dirty="0">
                <a:solidFill>
                  <a:srgbClr val="DCE3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畫面即時反應</a:t>
            </a:r>
            <a:endParaRPr lang="en-US" sz="13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50" dirty="0">
                <a:solidFill>
                  <a:srgbClr val="DCE3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球棒打擊瞬間震動</a:t>
            </a:r>
            <a:endParaRPr lang="en-US" sz="13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50" dirty="0">
                <a:solidFill>
                  <a:srgbClr val="DCE3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顯示揮棒速度與時機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840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技術細節 1 — 震動馬達回饋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驅動方式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三腳模組內建電晶體,直接用一支 GPIO 控制;裸馬達則用 2N7000 低側開關 + 1N4148 續流二極體。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非阻塞脈衝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7830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用時間戳判斷脈衝結束,不用 delay,避免卡住 IMU 取樣。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FBEED2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017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踩過的雷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3832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脈衝太短(45ms)馬達轉子來不及啟動,完全感覺不到;拉長到 120ms 才震得起來。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017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觸發時機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33832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在揮棒被確認(SWING_START)當下觸發,模擬打擊的瞬間。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840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技術細節 2 — DMA 序列改良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改良前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CPU 輪詢 / 阻塞式接收</a:t>
            </a: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高速取樣時容易掉封包</a:t>
            </a: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佔用 CPU 時間</a:t>
            </a: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資料一多就 drop 變多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34840" y="2834640"/>
            <a:ext cx="32004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00600" y="1325880"/>
            <a:ext cx="3794760" cy="3108960"/>
          </a:xfrm>
          <a:prstGeom prst="roundRect">
            <a:avLst>
              <a:gd name="adj" fmla="val 2941"/>
            </a:avLst>
          </a:prstGeom>
          <a:solidFill>
            <a:srgbClr val="E6F5F2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改良後 — DMA + IDLE 中斷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201168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DMA 直接搬資料,不佔 CPU</a:t>
            </a: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IDLE 中斷整行收完才觸發</a:t>
            </a: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掉封包明顯減少</a:t>
            </a: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傳輸更穩定、即時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840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技術細節 3 — WiFi 偵測失常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12280" y="45720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BEED2"/>
          </a:solidFill>
          <a:ln/>
        </p:spPr>
      </p:sp>
      <p:sp>
        <p:nvSpPr>
          <p:cNvPr id="5" name="Text 3"/>
          <p:cNvSpPr/>
          <p:nvPr/>
        </p:nvSpPr>
        <p:spPr>
          <a:xfrm>
            <a:off x="6812280" y="457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5A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進行中 · 尚未解決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換成 WiFi 後,資料收得到(有印出 SWING_ 事件),但 Godot 端常常判 MISS。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已確認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792224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有線 / USB 版本是正常的(對照組),所以問題出在 WiFi 這條路徑。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0449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假設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3419856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WiFi 可能造成封包延遲、亂序或分段,打亂了揮棒峰值與理想擊球時間的比對。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907792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BEED2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30449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3419856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兩端打 log 比對時間戳、檢查丟包與亂序,必要時在封包加序號與時間戳對齊。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840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未來方向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81912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1399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修復 WiFi 封包問題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07008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加序號與時間戳,解決偵測失常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581912"/>
            <a:ext cx="310896" cy="310896"/>
          </a:xfrm>
          <a:prstGeom prst="ellipse">
            <a:avLst/>
          </a:prstGeom>
          <a:solidFill>
            <a:srgbClr val="E8920C"/>
          </a:solidFill>
          <a:ln/>
        </p:spPr>
      </p:sp>
      <p:sp>
        <p:nvSpPr>
          <p:cNvPr id="10" name="Text 8"/>
          <p:cNvSpPr/>
          <p:nvPr/>
        </p:nvSpPr>
        <p:spPr>
          <a:xfrm>
            <a:off x="5321808" y="1399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PWM 動態強度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321808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揮越用力、震動越大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679192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1207008" y="2496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更強的震動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07008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換圓柱型 ERM 或 LRA 線性馬達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237744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679192"/>
            <a:ext cx="310896" cy="310896"/>
          </a:xfrm>
          <a:prstGeom prst="ellipse">
            <a:avLst/>
          </a:prstGeom>
          <a:solidFill>
            <a:srgbClr val="E8920C"/>
          </a:solidFill>
          <a:ln/>
        </p:spPr>
      </p:sp>
      <p:sp>
        <p:nvSpPr>
          <p:cNvPr id="18" name="Text 16"/>
          <p:cNvSpPr/>
          <p:nvPr/>
        </p:nvSpPr>
        <p:spPr>
          <a:xfrm>
            <a:off x="5321808" y="2496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Godot 視覺升級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321808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換真實模型、加打擊粒子特效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776472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1207008" y="3593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左右方向偵測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07008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韌體加陀螺儀軸向資訊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34747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B1622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776472"/>
            <a:ext cx="310896" cy="310896"/>
          </a:xfrm>
          <a:prstGeom prst="ellipse">
            <a:avLst/>
          </a:prstGeom>
          <a:solidFill>
            <a:srgbClr val="E8920C"/>
          </a:solidFill>
          <a:ln/>
        </p:spPr>
      </p:sp>
      <p:sp>
        <p:nvSpPr>
          <p:cNvPr id="26" name="Text 24"/>
          <p:cNvSpPr/>
          <p:nvPr/>
        </p:nvSpPr>
        <p:spPr>
          <a:xfrm>
            <a:off x="5321808" y="3593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完整遊戲化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321808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計分、連線對戰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840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參考資料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475488"/>
          </a:xfrm>
          <a:prstGeom prst="roundRect">
            <a:avLst>
              <a:gd name="adj" fmla="val 11538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3444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STM32CubeCLT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123444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工具鏈:arm-gcc + make + STM32_Programmer_CLI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8046720" cy="475488"/>
          </a:xfrm>
          <a:prstGeom prst="roundRect">
            <a:avLst>
              <a:gd name="adj" fmla="val 11538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0136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Godot Engine 4.6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180136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3D 遊戲引擎,PacketPeerUDP 接收揮棒事件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68296"/>
            <a:ext cx="8046720" cy="475488"/>
          </a:xfrm>
          <a:prstGeom prst="roundRect">
            <a:avLst>
              <a:gd name="adj" fmla="val 11538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6829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X-CUBE-MEMS1 / LSM6DSL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2368296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 加速度 + 陀螺儀感測中介層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35224"/>
            <a:ext cx="8046720" cy="475488"/>
          </a:xfrm>
          <a:prstGeom prst="roundRect">
            <a:avLst>
              <a:gd name="adj" fmla="val 11538"/>
            </a:avLst>
          </a:prstGeom>
          <a:solidFill>
            <a:srgbClr val="F4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3522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FreeRTOS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293522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多工:感測 / 通訊 / 預設任務分離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02152"/>
            <a:ext cx="8046720" cy="475488"/>
          </a:xfrm>
          <a:prstGeom prst="roundRect">
            <a:avLst>
              <a:gd name="adj" fmla="val 11538"/>
            </a:avLst>
          </a:prstGeom>
          <a:solidFill>
            <a:srgbClr val="F4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0215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pyserial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350215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PC 端讀取序列埠並轉發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8046720" cy="475488"/>
          </a:xfrm>
          <a:prstGeom prst="roundRect">
            <a:avLst>
              <a:gd name="adj" fmla="val 11538"/>
            </a:avLst>
          </a:prstGeom>
          <a:solidFill>
            <a:srgbClr val="F4F6F8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06908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DRV2605L (LRA)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31920" y="406908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未來方向:觸覺驅動 IC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3291840"/>
            <a:ext cx="2377440" cy="2377440"/>
          </a:xfrm>
          <a:prstGeom prst="ellipse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731520"/>
            <a:ext cx="2011680" cy="2011680"/>
          </a:xfrm>
          <a:prstGeom prst="ellipse">
            <a:avLst/>
          </a:prstGeom>
          <a:solidFill>
            <a:srgbClr val="1E345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74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&amp; A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49808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謝謝聆聽 — 歡迎提問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Bat 體感打擊系統</dc:title>
  <dc:subject>PptxGenJS Presentation</dc:subject>
  <dc:creator>Smart Bat Team</dc:creator>
  <cp:lastModifiedBy>Smart Bat Team</cp:lastModifiedBy>
  <cp:revision>1</cp:revision>
  <dcterms:created xsi:type="dcterms:W3CDTF">2026-06-11T03:40:58Z</dcterms:created>
  <dcterms:modified xsi:type="dcterms:W3CDTF">2026-06-11T03:40:58Z</dcterms:modified>
</cp:coreProperties>
</file>